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caa81508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caa81508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models: django tłumaczy na SQL a my tylko musimy pamiętać żeby po zmianach model przemigrować dane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caa81508f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caa81508f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caa81508f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caa81508f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585962ba2e5036ec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585962ba2e5036ec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caa81508f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caa81508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caa81508f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caa81508f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models: django tłumaczy na SQL a my tylko musimy pamiętać żeby po zmianach model przemigrować dane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caa81508f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caa81508f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Bezpieczeństwo: można konfigurować też CSRF, Nagłówki bezpieczeństwa i inne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STATIC_ROOT -skąd brać pliki statyczne?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STATIC_URL -jaki adres wyświetlać dla np. obrazków?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caa81508f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caa81508f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caa81508f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6caa81508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85962ba2e5036ec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85962ba2e5036ec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caa81508f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caa81508f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hyperlink" Target="https://kama-pa-go.github.io/djangoPrzyklady/settings" TargetMode="External"/><Relationship Id="rId5" Type="http://schemas.openxmlformats.org/officeDocument/2006/relationships/hyperlink" Target="https://kama-pa-go.github.io/djangoPrzyklady/manage" TargetMode="External"/><Relationship Id="rId6" Type="http://schemas.openxmlformats.org/officeDocument/2006/relationships/hyperlink" Target="https://kama-pa-go.github.io/djangoPrzyklady/manag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hyperlink" Target="https://kama-pa-go.github.io/djangoPrzyklady/url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Django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Kamila Godlewska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16118" l="5916" r="6425" t="8244"/>
          <a:stretch/>
        </p:blipFill>
        <p:spPr>
          <a:xfrm>
            <a:off x="1363101" y="-394575"/>
            <a:ext cx="6417800" cy="553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1035775" y="611250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models.py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748175" y="2044050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/templates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6400025" y="611250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views.py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36200" y="2470700"/>
            <a:ext cx="2422200" cy="1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pl" sz="1800">
                <a:solidFill>
                  <a:schemeClr val="dk2"/>
                </a:solidFill>
              </a:rPr>
              <a:t>podstawa bazy danych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pl" sz="1800">
                <a:solidFill>
                  <a:schemeClr val="dk2"/>
                </a:solidFill>
              </a:rPr>
              <a:t>obiekty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281750" y="2236350"/>
            <a:ext cx="2502900" cy="17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pl" sz="1800">
                <a:solidFill>
                  <a:schemeClr val="dk2"/>
                </a:solidFill>
              </a:rPr>
              <a:t>logika programu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pl" sz="1800">
                <a:solidFill>
                  <a:schemeClr val="dk2"/>
                </a:solidFill>
              </a:rPr>
              <a:t>steruje odbieraniem i wysyłaniem </a:t>
            </a:r>
            <a:r>
              <a:rPr lang="pl" sz="1800">
                <a:solidFill>
                  <a:schemeClr val="dk2"/>
                </a:solidFill>
              </a:rPr>
              <a:t>żądań</a:t>
            </a:r>
            <a:r>
              <a:rPr lang="pl" sz="1800">
                <a:solidFill>
                  <a:schemeClr val="dk2"/>
                </a:solidFill>
              </a:rPr>
              <a:t> HTTP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458975" y="3643475"/>
            <a:ext cx="24222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pl" sz="1800">
                <a:solidFill>
                  <a:schemeClr val="dk2"/>
                </a:solidFill>
              </a:rPr>
              <a:t>wygląd strony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pl" sz="1800">
                <a:solidFill>
                  <a:schemeClr val="dk2"/>
                </a:solidFill>
              </a:rPr>
              <a:t>html uzupełnione przez views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587" y="203225"/>
            <a:ext cx="6692825" cy="4737051"/>
          </a:xfrm>
          <a:prstGeom prst="rect">
            <a:avLst/>
          </a:prstGeom>
          <a:noFill/>
          <a:ln cap="flat" cmpd="sng" w="76200">
            <a:solidFill>
              <a:srgbClr val="33353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5"/>
          <p:cNvSpPr txBox="1"/>
          <p:nvPr/>
        </p:nvSpPr>
        <p:spPr>
          <a:xfrm rot="5400000">
            <a:off x="6366275" y="2307900"/>
            <a:ext cx="4271700" cy="5277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lt1"/>
                </a:solidFill>
              </a:rPr>
              <a:t>nawyki.html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7228" y="218950"/>
            <a:ext cx="5207724" cy="3685926"/>
          </a:xfrm>
          <a:prstGeom prst="rect">
            <a:avLst/>
          </a:prstGeom>
          <a:noFill/>
          <a:ln cap="flat" cmpd="sng" w="76200">
            <a:solidFill>
              <a:srgbClr val="33353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" name="Google Shape;78;p16"/>
          <p:cNvSpPr txBox="1"/>
          <p:nvPr/>
        </p:nvSpPr>
        <p:spPr>
          <a:xfrm>
            <a:off x="196625" y="2705450"/>
            <a:ext cx="3720000" cy="2280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625" y="2787475"/>
            <a:ext cx="3720000" cy="219096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" name="Google Shape;80;p16"/>
          <p:cNvSpPr txBox="1"/>
          <p:nvPr/>
        </p:nvSpPr>
        <p:spPr>
          <a:xfrm>
            <a:off x="171725" y="2366250"/>
            <a:ext cx="3769800" cy="4110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lt1"/>
                </a:solidFill>
              </a:rPr>
              <a:t>models.py</a:t>
            </a:r>
            <a:endParaRPr sz="1200">
              <a:solidFill>
                <a:schemeClr val="lt1"/>
              </a:solidFill>
            </a:endParaRPr>
          </a:p>
        </p:txBody>
      </p:sp>
      <p:cxnSp>
        <p:nvCxnSpPr>
          <p:cNvPr id="81" name="Google Shape;81;p16"/>
          <p:cNvCxnSpPr/>
          <p:nvPr/>
        </p:nvCxnSpPr>
        <p:spPr>
          <a:xfrm flipH="1" rot="10800000">
            <a:off x="2056625" y="1938600"/>
            <a:ext cx="2259000" cy="438000"/>
          </a:xfrm>
          <a:prstGeom prst="bentConnector3">
            <a:avLst>
              <a:gd fmla="val 314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6"/>
          <p:cNvCxnSpPr/>
          <p:nvPr/>
        </p:nvCxnSpPr>
        <p:spPr>
          <a:xfrm>
            <a:off x="4198600" y="1758300"/>
            <a:ext cx="162000" cy="18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6"/>
          <p:cNvCxnSpPr/>
          <p:nvPr/>
        </p:nvCxnSpPr>
        <p:spPr>
          <a:xfrm flipH="1">
            <a:off x="4198600" y="1929738"/>
            <a:ext cx="162000" cy="18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7228" y="218950"/>
            <a:ext cx="5207724" cy="3685926"/>
          </a:xfrm>
          <a:prstGeom prst="rect">
            <a:avLst/>
          </a:prstGeom>
          <a:noFill/>
          <a:ln cap="flat" cmpd="sng" w="76200">
            <a:solidFill>
              <a:srgbClr val="33353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7"/>
          <p:cNvSpPr txBox="1"/>
          <p:nvPr/>
        </p:nvSpPr>
        <p:spPr>
          <a:xfrm>
            <a:off x="139950" y="2376200"/>
            <a:ext cx="4271700" cy="5277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solidFill>
                  <a:schemeClr val="lt1"/>
                </a:solidFill>
              </a:rPr>
              <a:t>views</a:t>
            </a:r>
            <a:r>
              <a:rPr lang="pl" sz="1200">
                <a:solidFill>
                  <a:schemeClr val="lt1"/>
                </a:solidFill>
              </a:rPr>
              <a:t>.py</a:t>
            </a:r>
            <a:endParaRPr sz="1200">
              <a:solidFill>
                <a:schemeClr val="lt1"/>
              </a:solidFill>
            </a:endParaRPr>
          </a:p>
        </p:txBody>
      </p:sp>
      <p:cxnSp>
        <p:nvCxnSpPr>
          <p:cNvPr id="90" name="Google Shape;90;p17"/>
          <p:cNvCxnSpPr/>
          <p:nvPr/>
        </p:nvCxnSpPr>
        <p:spPr>
          <a:xfrm flipH="1" rot="10800000">
            <a:off x="3996675" y="2903900"/>
            <a:ext cx="1719000" cy="1570200"/>
          </a:xfrm>
          <a:prstGeom prst="bentConnector3">
            <a:avLst>
              <a:gd fmla="val 100788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7"/>
          <p:cNvCxnSpPr/>
          <p:nvPr/>
        </p:nvCxnSpPr>
        <p:spPr>
          <a:xfrm>
            <a:off x="5714175" y="2890400"/>
            <a:ext cx="162000" cy="18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7"/>
          <p:cNvCxnSpPr/>
          <p:nvPr/>
        </p:nvCxnSpPr>
        <p:spPr>
          <a:xfrm flipH="1">
            <a:off x="5552175" y="2890388"/>
            <a:ext cx="162000" cy="18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725" y="2890400"/>
            <a:ext cx="4208155" cy="19727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3780975" y="732375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PROJEKT “journal”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1426850" y="3335925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aplikacja “nawyki”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6077075" y="3335925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aplikacja “mood track”</a:t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101" name="Google Shape;101;p18"/>
          <p:cNvCxnSpPr/>
          <p:nvPr/>
        </p:nvCxnSpPr>
        <p:spPr>
          <a:xfrm flipH="1">
            <a:off x="2830025" y="2289025"/>
            <a:ext cx="928500" cy="72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8"/>
          <p:cNvCxnSpPr/>
          <p:nvPr/>
        </p:nvCxnSpPr>
        <p:spPr>
          <a:xfrm>
            <a:off x="5595350" y="2369875"/>
            <a:ext cx="1049700" cy="68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1035775" y="611250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manage.py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3748175" y="2044050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settings.py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6400025" y="611250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urls.py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407750" y="2470700"/>
            <a:ext cx="26508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pl" sz="1800">
                <a:solidFill>
                  <a:schemeClr val="dk2"/>
                </a:solidFill>
              </a:rPr>
              <a:t>polecenia dostępne w terminalu (np.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6281750" y="2236350"/>
            <a:ext cx="2502900" cy="17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pl" sz="1800">
                <a:solidFill>
                  <a:schemeClr val="dk2"/>
                </a:solidFill>
              </a:rPr>
              <a:t>który widok uruchomić pod którym linkiem?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3458975" y="3643475"/>
            <a:ext cx="24222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pl" sz="1800">
                <a:solidFill>
                  <a:schemeClr val="dk2"/>
                </a:solidFill>
              </a:rPr>
              <a:t>konfiguracja projektu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50" y="3255200"/>
            <a:ext cx="3215650" cy="30539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3815100" y="331050"/>
            <a:ext cx="15138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PROJEKT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262200" y="182625"/>
            <a:ext cx="8619600" cy="572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Settings.py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755325"/>
            <a:ext cx="8520600" cy="4198200"/>
          </a:xfrm>
          <a:prstGeom prst="rect">
            <a:avLst/>
          </a:prstGeom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DEBUG = True 			#dla developera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SECRET_KEY = …		#do zakodowania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ALLOWED_HOSTS = …	# dopuszczone domeny i adresy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DATABASES = 			# np. SQLite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INSTALLED_APPS = …	#mówimy Django z czego może korzystać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TEMPLATES; ROOT_URLCONF; STATIC_ROOT;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Opcje logowania użytkowników (np. mailem zamiast loginem)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Podpięcie swojego maila (np. do powiadomień dot. aktywności użytkowników)</a:t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5145850" y="230125"/>
            <a:ext cx="3686700" cy="525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CCCCCC"/>
                </a:solidFill>
              </a:rPr>
              <a:t>Co można w nim konfigurować?</a:t>
            </a:r>
            <a:endParaRPr sz="18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 title="żurawWLocie.png"/>
          <p:cNvPicPr preferRelativeResize="0"/>
          <p:nvPr/>
        </p:nvPicPr>
        <p:blipFill rotWithShape="1">
          <a:blip r:embed="rId3">
            <a:alphaModFix/>
          </a:blip>
          <a:srcRect b="68803" l="9636" r="64508" t="0"/>
          <a:stretch/>
        </p:blipFill>
        <p:spPr>
          <a:xfrm>
            <a:off x="149275" y="297800"/>
            <a:ext cx="2617554" cy="23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>
            <p:ph type="title"/>
          </p:nvPr>
        </p:nvSpPr>
        <p:spPr>
          <a:xfrm>
            <a:off x="365850" y="1999050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l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https://kama-pa-go.github.io/djangoPrzyklady/settings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65850" y="3101500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l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https://kama-pa-go.github.io/djangoPrzyklady</a:t>
            </a:r>
            <a:r>
              <a:rPr lang="pl" u="sng">
                <a:solidFill>
                  <a:schemeClr val="lt2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/manage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/>
          <p:nvPr/>
        </p:nvSpPr>
        <p:spPr>
          <a:xfrm>
            <a:off x="3162800" y="2992775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urls.py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1111400" y="1380700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models.py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views.py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templates/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5750350" y="2657075"/>
            <a:ext cx="2502900" cy="17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pl" sz="1800">
                <a:solidFill>
                  <a:schemeClr val="dk2"/>
                </a:solidFill>
              </a:rPr>
              <a:t>konfiguracja modelu admina- którymi modelami może zarządzać i jak?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6079900" y="977000"/>
            <a:ext cx="1843800" cy="143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lt1"/>
                </a:solidFill>
              </a:rPr>
              <a:t>admin</a:t>
            </a:r>
            <a:r>
              <a:rPr lang="pl" sz="1900">
                <a:solidFill>
                  <a:schemeClr val="lt1"/>
                </a:solidFill>
              </a:rPr>
              <a:t>.py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3815100" y="331050"/>
            <a:ext cx="15138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APLIKACJA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 title="żurawWLocie.png"/>
          <p:cNvPicPr preferRelativeResize="0"/>
          <p:nvPr/>
        </p:nvPicPr>
        <p:blipFill rotWithShape="1">
          <a:blip r:embed="rId3">
            <a:alphaModFix/>
          </a:blip>
          <a:srcRect b="68803" l="9636" r="64508" t="0"/>
          <a:stretch/>
        </p:blipFill>
        <p:spPr>
          <a:xfrm flipH="1">
            <a:off x="6335025" y="618675"/>
            <a:ext cx="2617554" cy="23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2414675"/>
            <a:ext cx="85206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u="sng">
                <a:solidFill>
                  <a:schemeClr val="l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https://kama-pa-go.github.io/djangoPrzyklady/urls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3">
            <a:alphaModFix/>
          </a:blip>
          <a:srcRect b="48715" l="18839" r="14564" t="8246"/>
          <a:stretch/>
        </p:blipFill>
        <p:spPr>
          <a:xfrm>
            <a:off x="0" y="-964475"/>
            <a:ext cx="9450825" cy="61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